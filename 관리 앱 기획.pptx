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4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445829-F90C-9084-33BD-094F76A5C3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1276A1C-C60C-DF96-049E-FB62EE92CA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65203F-14D0-DF59-A874-F2FDD1C61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AB84A-B4A6-4849-AA98-B325EAAB6D53}" type="datetimeFigureOut">
              <a:rPr lang="ko-KR" altLang="en-US" smtClean="0"/>
              <a:t>2025-11-22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AA38C7-B8FB-9E70-DB24-E930ACB03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137C32-7633-8F32-00BE-CC2246ACA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2438D-3AFF-4E8C-B603-121B45956E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4891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A54E7E-3600-5D52-4DF0-420C18286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94B020-BAF3-B6BC-EFDD-4227D576E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24B0E9-B231-0913-1A3D-B030CF190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AB84A-B4A6-4849-AA98-B325EAAB6D53}" type="datetimeFigureOut">
              <a:rPr lang="ko-KR" altLang="en-US" smtClean="0"/>
              <a:t>2025-11-22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A0993D-E144-9E84-2D26-D680490EB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025458-D04B-327D-C9EE-AC91CE678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2438D-3AFF-4E8C-B603-121B45956E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63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CD6A5E-4733-0A91-6DB2-CEC446FF8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D20672-05BF-3668-D7D0-B3588F08D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29F5A3-20C5-EE88-01E5-E9CE135A9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AB84A-B4A6-4849-AA98-B325EAAB6D53}" type="datetimeFigureOut">
              <a:rPr lang="ko-KR" altLang="en-US" smtClean="0"/>
              <a:t>2025-11-22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E7E607-F8A8-1BAD-16F9-0D6E0F155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8D2E62-10F5-6220-E237-E64515557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2438D-3AFF-4E8C-B603-121B45956E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1933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88873C-ECAC-0D79-2AED-E5D931D02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1890C6-DD99-7BBA-ADEC-67BE5F0910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AC679A-90B0-C581-FF2A-0B2825AFD4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54165E-0879-0D23-8824-9169FE726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AB84A-B4A6-4849-AA98-B325EAAB6D53}" type="datetimeFigureOut">
              <a:rPr lang="ko-KR" altLang="en-US" smtClean="0"/>
              <a:t>2025-11-22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63BC74-AF90-595D-E47C-36E673F1A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AF8790-592D-1915-70BD-2CF45A5A5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2438D-3AFF-4E8C-B603-121B45956E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1519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49601F-7D91-FEE2-CD79-239572FC5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569EB7-3F2B-9C47-2F96-A5BBA9F3C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FC49EF1-2D20-E298-F4AE-96300EBF8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FBEC99-BB4D-6EDE-6D08-E202532409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A442108-D110-B1DA-7ECA-6BC0AA5CA3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32B4022-285C-667A-C291-DCAC56DC7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AB84A-B4A6-4849-AA98-B325EAAB6D53}" type="datetimeFigureOut">
              <a:rPr lang="ko-KR" altLang="en-US" smtClean="0"/>
              <a:t>2025-11-22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A29209B-4AFF-51BD-5A32-E6C53D137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BB891C8-A2FB-E9F3-89A0-40E9CFAFB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2438D-3AFF-4E8C-B603-121B45956E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4097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834A25-FE00-E237-FB19-F3C2830A4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8F74CB6-CDF5-E6B9-EFD2-EA1B13272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AB84A-B4A6-4849-AA98-B325EAAB6D53}" type="datetimeFigureOut">
              <a:rPr lang="ko-KR" altLang="en-US" smtClean="0"/>
              <a:t>2025-11-22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E2F5C92-8E95-171A-533B-2BCF1AD3D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3EF6D3-DD9C-70FA-CAA8-1D596208A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2438D-3AFF-4E8C-B603-121B45956E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3789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049A1AF-E4BE-56B9-9324-CD4ABFC56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AB84A-B4A6-4849-AA98-B325EAAB6D53}" type="datetimeFigureOut">
              <a:rPr lang="ko-KR" altLang="en-US" smtClean="0"/>
              <a:t>2025-11-22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D459100-6A04-7213-E861-D74626446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FBD86D-E63D-1B21-2F6E-0282779ED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2438D-3AFF-4E8C-B603-121B45956E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3176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077890-48B2-84D5-6A81-D7E2F8CE1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5CEDD0-16B4-B875-C4F9-096E3D24C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23915B2-CA8A-1253-A33E-B097ADEC8F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B44777-992D-D0F0-ECFC-BAA04D970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AB84A-B4A6-4849-AA98-B325EAAB6D53}" type="datetimeFigureOut">
              <a:rPr lang="ko-KR" altLang="en-US" smtClean="0"/>
              <a:t>2025-11-22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EB3BB3-95A9-84CC-3BFB-6E98BA303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92021D-164A-9B74-1992-DAA09390E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2438D-3AFF-4E8C-B603-121B45956E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772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36B11E-69A7-F0DB-BC40-93ECA486B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7AF61F2-EE87-3120-0939-1D13073218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8E031E-2579-6BC6-3757-603635E258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822A8A-4B06-B984-1219-D673157EF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AB84A-B4A6-4849-AA98-B325EAAB6D53}" type="datetimeFigureOut">
              <a:rPr lang="ko-KR" altLang="en-US" smtClean="0"/>
              <a:t>2025-11-22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CA1684-D551-F045-FE31-C55C8B060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46D268-61B7-9159-007D-B3C3BEFAC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2438D-3AFF-4E8C-B603-121B45956E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2360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E342B1-206C-6CCE-2F65-BCE1E85D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DDD754-A961-BDBB-35E2-E2619B04C5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24A6DC-941E-FA3C-5AD2-8CC1313EE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AB84A-B4A6-4849-AA98-B325EAAB6D53}" type="datetimeFigureOut">
              <a:rPr lang="ko-KR" altLang="en-US" smtClean="0"/>
              <a:t>2025-11-22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CC6E90-DC50-FE8F-F128-FA756E748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C519AF-AD1A-B7D9-4BE4-C0D83D29A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2438D-3AFF-4E8C-B603-121B45956E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8222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B4BD276-EBBB-8FD9-E2D8-E9FA0D41FF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BAA94D7-97A4-120E-12FE-54AD4BF6CE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F09EDB-9B4E-66D8-BCB7-E7B8CC39A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AB84A-B4A6-4849-AA98-B325EAAB6D53}" type="datetimeFigureOut">
              <a:rPr lang="ko-KR" altLang="en-US" smtClean="0"/>
              <a:t>2025-11-22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74996A-DC58-F05D-BD84-597C9753B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D0F12B-04B7-A8C2-6057-AF7C90313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2438D-3AFF-4E8C-B603-121B45956E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1020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9FB7E9E-99A1-BE4E-FF17-A6E83AF2B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31AA1D-7477-B99C-BA7A-5110F3570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F6F069-D979-7BED-01BD-94B8B7C450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FAB84A-B4A6-4849-AA98-B325EAAB6D53}" type="datetimeFigureOut">
              <a:rPr lang="ko-KR" altLang="en-US" smtClean="0"/>
              <a:t>2025-11-22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D2E18E-C068-B411-3FC1-3D422686C1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E03CC7-5AFC-736B-E0D8-53059C30A5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D2438D-3AFF-4E8C-B603-121B45956E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3042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9223A8-0E83-755D-8A08-919870A721E7}"/>
              </a:ext>
            </a:extLst>
          </p:cNvPr>
          <p:cNvSpPr txBox="1"/>
          <p:nvPr/>
        </p:nvSpPr>
        <p:spPr>
          <a:xfrm>
            <a:off x="0" y="36185"/>
            <a:ext cx="3172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관리자 기획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11E911-4F08-77AE-99EA-0B8AB7112770}"/>
              </a:ext>
            </a:extLst>
          </p:cNvPr>
          <p:cNvSpPr txBox="1"/>
          <p:nvPr/>
        </p:nvSpPr>
        <p:spPr>
          <a:xfrm>
            <a:off x="206734" y="640485"/>
            <a:ext cx="588926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각 계정들의 데이터 관리 및 접근</a:t>
            </a:r>
            <a:br>
              <a:rPr lang="en-US" altLang="ko-KR" dirty="0"/>
            </a:b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원장 계정 가입 승인</a:t>
            </a:r>
            <a:br>
              <a:rPr lang="en-US" altLang="ko-KR" dirty="0"/>
            </a:b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모든 계정 앱 이용 정지</a:t>
            </a:r>
            <a:r>
              <a:rPr lang="en-US" altLang="ko-KR" dirty="0"/>
              <a:t>, </a:t>
            </a:r>
            <a:r>
              <a:rPr lang="ko-KR" altLang="en-US" dirty="0"/>
              <a:t>이용 가능 기능</a:t>
            </a:r>
            <a:br>
              <a:rPr lang="en-US" altLang="ko-KR" dirty="0"/>
            </a:b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모든 계정 이용자</a:t>
            </a:r>
            <a:r>
              <a:rPr lang="en-US" altLang="ko-KR" dirty="0"/>
              <a:t>, ID, </a:t>
            </a:r>
            <a:r>
              <a:rPr lang="ko-KR" altLang="en-US" dirty="0"/>
              <a:t>비밀번호 초기화 및 확인 기능</a:t>
            </a:r>
            <a:br>
              <a:rPr lang="en-US" altLang="ko-KR" dirty="0"/>
            </a:br>
            <a:r>
              <a:rPr lang="ko-KR" altLang="en-US" dirty="0"/>
              <a:t>임시 비밀번호 발급 기능</a:t>
            </a:r>
          </a:p>
        </p:txBody>
      </p:sp>
    </p:spTree>
    <p:extLst>
      <p:ext uri="{BB962C8B-B14F-4D97-AF65-F5344CB8AC3E}">
        <p14:creationId xmlns:p14="http://schemas.microsoft.com/office/powerpoint/2010/main" val="2924054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9223A8-0E83-755D-8A08-919870A721E7}"/>
              </a:ext>
            </a:extLst>
          </p:cNvPr>
          <p:cNvSpPr txBox="1"/>
          <p:nvPr/>
        </p:nvSpPr>
        <p:spPr>
          <a:xfrm>
            <a:off x="0" y="36185"/>
            <a:ext cx="3172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공통 정보 </a:t>
            </a:r>
            <a:r>
              <a:rPr lang="en-US" altLang="ko-KR" dirty="0"/>
              <a:t>(</a:t>
            </a:r>
            <a:r>
              <a:rPr lang="ko-KR" altLang="en-US" dirty="0"/>
              <a:t>관리자 계정 제외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11E911-4F08-77AE-99EA-0B8AB7112770}"/>
              </a:ext>
            </a:extLst>
          </p:cNvPr>
          <p:cNvSpPr txBox="1"/>
          <p:nvPr/>
        </p:nvSpPr>
        <p:spPr>
          <a:xfrm>
            <a:off x="206734" y="640485"/>
            <a:ext cx="588926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전화번호</a:t>
            </a:r>
            <a:br>
              <a:rPr lang="en-US" altLang="ko-KR" dirty="0"/>
            </a:b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이메일</a:t>
            </a:r>
            <a:r>
              <a:rPr lang="en-US" altLang="ko-KR" dirty="0"/>
              <a:t>(ID </a:t>
            </a:r>
            <a:r>
              <a:rPr lang="ko-KR" altLang="en-US" dirty="0"/>
              <a:t>대체</a:t>
            </a:r>
            <a:r>
              <a:rPr lang="en-US" altLang="ko-KR" dirty="0"/>
              <a:t>)</a:t>
            </a:r>
            <a:br>
              <a:rPr lang="en-US" altLang="ko-KR" dirty="0"/>
            </a:b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비밀번호</a:t>
            </a:r>
            <a:br>
              <a:rPr lang="en-US" altLang="ko-KR" dirty="0"/>
            </a:b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이름</a:t>
            </a:r>
            <a:br>
              <a:rPr lang="en-US" altLang="ko-KR" dirty="0"/>
            </a:b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나이</a:t>
            </a:r>
            <a:br>
              <a:rPr lang="en-US" altLang="ko-KR" dirty="0"/>
            </a:b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성별</a:t>
            </a:r>
            <a:br>
              <a:rPr lang="en-US" altLang="ko-KR" dirty="0"/>
            </a:b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가입일</a:t>
            </a:r>
            <a:br>
              <a:rPr lang="en-US" altLang="ko-KR" dirty="0"/>
            </a:b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소속 학원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3361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9223A8-0E83-755D-8A08-919870A721E7}"/>
              </a:ext>
            </a:extLst>
          </p:cNvPr>
          <p:cNvSpPr txBox="1"/>
          <p:nvPr/>
        </p:nvSpPr>
        <p:spPr>
          <a:xfrm>
            <a:off x="0" y="36185"/>
            <a:ext cx="3172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원장 기획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11E911-4F08-77AE-99EA-0B8AB7112770}"/>
              </a:ext>
            </a:extLst>
          </p:cNvPr>
          <p:cNvSpPr txBox="1"/>
          <p:nvPr/>
        </p:nvSpPr>
        <p:spPr>
          <a:xfrm>
            <a:off x="206734" y="640485"/>
            <a:ext cx="588926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기능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선생 계정의 모든 기능</a:t>
            </a:r>
            <a:br>
              <a:rPr lang="en-US" altLang="ko-KR" dirty="0"/>
            </a:b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선생 계정 가입 승인</a:t>
            </a:r>
            <a:br>
              <a:rPr lang="en-US" altLang="ko-KR" dirty="0"/>
            </a:b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학생 계정 가입 승인</a:t>
            </a:r>
            <a:br>
              <a:rPr lang="en-US" altLang="ko-KR" dirty="0"/>
            </a:b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선생이 접근 가능한 학생 설정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모든 학생 접근 가능하게도 설정 가능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7EEE39-D508-D486-8D77-EFD6E2834710}"/>
              </a:ext>
            </a:extLst>
          </p:cNvPr>
          <p:cNvSpPr txBox="1"/>
          <p:nvPr/>
        </p:nvSpPr>
        <p:spPr>
          <a:xfrm>
            <a:off x="6096000" y="640485"/>
            <a:ext cx="5889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추가 정보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원생 수</a:t>
            </a:r>
            <a:r>
              <a:rPr lang="en-US" altLang="ko-KR" dirty="0"/>
              <a:t> (</a:t>
            </a:r>
            <a:r>
              <a:rPr lang="ko-KR" altLang="en-US" dirty="0"/>
              <a:t>자동 </a:t>
            </a:r>
            <a:r>
              <a:rPr lang="ko-KR" altLang="en-US" dirty="0" err="1"/>
              <a:t>카운팅</a:t>
            </a:r>
            <a:r>
              <a:rPr lang="en-US" altLang="ko-KR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74AF1C-6925-00B2-59DF-859B6BC03789}"/>
              </a:ext>
            </a:extLst>
          </p:cNvPr>
          <p:cNvSpPr txBox="1"/>
          <p:nvPr/>
        </p:nvSpPr>
        <p:spPr>
          <a:xfrm>
            <a:off x="206734" y="3429000"/>
            <a:ext cx="58892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앱 구성</a:t>
            </a:r>
            <a:br>
              <a:rPr lang="en-US" altLang="ko-KR" dirty="0"/>
            </a:b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선생 탭 구성과 같음</a:t>
            </a:r>
            <a:r>
              <a:rPr lang="en-US" altLang="ko-KR" dirty="0"/>
              <a:t>, </a:t>
            </a:r>
            <a:r>
              <a:rPr lang="ko-KR" altLang="en-US" dirty="0"/>
              <a:t>다만 설정</a:t>
            </a:r>
            <a:r>
              <a:rPr lang="en-US" altLang="ko-KR" dirty="0"/>
              <a:t>(</a:t>
            </a:r>
            <a:r>
              <a:rPr lang="ko-KR" altLang="en-US" dirty="0"/>
              <a:t>혹은 기타</a:t>
            </a:r>
            <a:r>
              <a:rPr lang="en-US" altLang="ko-KR" dirty="0"/>
              <a:t>) </a:t>
            </a:r>
            <a:r>
              <a:rPr lang="ko-KR" altLang="en-US" dirty="0"/>
              <a:t>탭에서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ko-KR" altLang="en-US" dirty="0"/>
              <a:t>추가 기능 설정 가능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23049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9223A8-0E83-755D-8A08-919870A721E7}"/>
              </a:ext>
            </a:extLst>
          </p:cNvPr>
          <p:cNvSpPr txBox="1"/>
          <p:nvPr/>
        </p:nvSpPr>
        <p:spPr>
          <a:xfrm>
            <a:off x="0" y="36185"/>
            <a:ext cx="3172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선생 기획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11E911-4F08-77AE-99EA-0B8AB7112770}"/>
              </a:ext>
            </a:extLst>
          </p:cNvPr>
          <p:cNvSpPr txBox="1"/>
          <p:nvPr/>
        </p:nvSpPr>
        <p:spPr>
          <a:xfrm>
            <a:off x="206733" y="640485"/>
            <a:ext cx="1086231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기능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학생 수업 관리 </a:t>
            </a:r>
            <a:r>
              <a:rPr lang="en-US" altLang="ko-KR" dirty="0"/>
              <a:t>— </a:t>
            </a:r>
            <a:r>
              <a:rPr lang="ko-KR" altLang="en-US" dirty="0"/>
              <a:t>수업 완료 시 평가</a:t>
            </a:r>
            <a:r>
              <a:rPr lang="en-US" altLang="ko-KR" dirty="0"/>
              <a:t>(0~100</a:t>
            </a:r>
            <a:r>
              <a:rPr lang="ko-KR" altLang="en-US" dirty="0"/>
              <a:t>점 스크롤</a:t>
            </a:r>
            <a:r>
              <a:rPr lang="en-US" altLang="ko-KR" dirty="0"/>
              <a:t>)</a:t>
            </a:r>
            <a:br>
              <a:rPr lang="en-US" altLang="ko-KR" dirty="0"/>
            </a:b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학생 수업 관리</a:t>
            </a:r>
            <a:r>
              <a:rPr lang="en-US" altLang="ko-KR" dirty="0"/>
              <a:t>(</a:t>
            </a:r>
            <a:r>
              <a:rPr lang="ko-KR" altLang="en-US" dirty="0"/>
              <a:t>편집</a:t>
            </a:r>
            <a:r>
              <a:rPr lang="en-US" altLang="ko-KR" dirty="0"/>
              <a:t>) — </a:t>
            </a:r>
            <a:r>
              <a:rPr lang="ko-KR" altLang="en-US" dirty="0"/>
              <a:t>학생 탭에서 해당 학생 선택 후</a:t>
            </a:r>
            <a:r>
              <a:rPr lang="en-US" altLang="ko-KR" dirty="0"/>
              <a:t>, </a:t>
            </a:r>
            <a:r>
              <a:rPr lang="ko-KR" altLang="en-US" dirty="0"/>
              <a:t>학생용 달력</a:t>
            </a:r>
            <a:r>
              <a:rPr lang="en-US" altLang="ko-KR" dirty="0"/>
              <a:t>/</a:t>
            </a:r>
            <a:r>
              <a:rPr lang="ko-KR" altLang="en-US" dirty="0"/>
              <a:t>리스트에서 수업 추가</a:t>
            </a:r>
            <a:r>
              <a:rPr lang="en-US" altLang="ko-KR" dirty="0"/>
              <a:t>·</a:t>
            </a:r>
            <a:r>
              <a:rPr lang="ko-KR" altLang="en-US" dirty="0"/>
              <a:t>변경 및 </a:t>
            </a:r>
            <a:r>
              <a:rPr lang="en-US" altLang="ko-KR" dirty="0"/>
              <a:t>N</a:t>
            </a:r>
            <a:r>
              <a:rPr lang="ko-KR" altLang="en-US" dirty="0"/>
              <a:t>주 반복 설정 가능 </a:t>
            </a:r>
            <a:r>
              <a:rPr lang="en-US" altLang="ko-KR" dirty="0"/>
              <a:t>(N</a:t>
            </a:r>
            <a:r>
              <a:rPr lang="ko-KR" altLang="en-US" dirty="0"/>
              <a:t>주 간격 추가 가능</a:t>
            </a:r>
            <a:r>
              <a:rPr lang="en-US" altLang="ko-KR" dirty="0"/>
              <a:t>)</a:t>
            </a:r>
            <a:br>
              <a:rPr lang="en-US" altLang="ko-KR" dirty="0"/>
            </a:b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학생 숙제 설정 </a:t>
            </a:r>
            <a:r>
              <a:rPr lang="en-US" altLang="ko-KR" dirty="0"/>
              <a:t>(</a:t>
            </a:r>
            <a:r>
              <a:rPr lang="ko-KR" altLang="en-US" dirty="0"/>
              <a:t>중복 가능</a:t>
            </a:r>
            <a:r>
              <a:rPr lang="en-US" altLang="ko-KR" dirty="0"/>
              <a:t>)</a:t>
            </a:r>
            <a:br>
              <a:rPr lang="ko-KR" altLang="en-US" dirty="0"/>
            </a:br>
            <a:r>
              <a:rPr lang="ko-KR" altLang="en-US" dirty="0"/>
              <a:t>→ 학생 숙제 발급</a:t>
            </a:r>
            <a:r>
              <a:rPr lang="en-US" altLang="ko-KR" dirty="0"/>
              <a:t>/</a:t>
            </a:r>
            <a:r>
              <a:rPr lang="ko-KR" altLang="en-US" dirty="0"/>
              <a:t>관리</a:t>
            </a:r>
            <a:r>
              <a:rPr lang="en-US" altLang="ko-KR" dirty="0"/>
              <a:t>(</a:t>
            </a:r>
            <a:r>
              <a:rPr lang="ko-KR" altLang="en-US" dirty="0"/>
              <a:t>학생 탭 전용</a:t>
            </a:r>
            <a:r>
              <a:rPr lang="en-US" altLang="ko-KR" dirty="0"/>
              <a:t>) — </a:t>
            </a:r>
            <a:r>
              <a:rPr lang="ko-KR" altLang="en-US" dirty="0"/>
              <a:t>숙제는 학생 탭</a:t>
            </a:r>
            <a:r>
              <a:rPr lang="en-US" altLang="ko-KR" dirty="0"/>
              <a:t>(</a:t>
            </a:r>
            <a:r>
              <a:rPr lang="ko-KR" altLang="en-US" dirty="0"/>
              <a:t>학생 상세</a:t>
            </a:r>
            <a:r>
              <a:rPr lang="en-US" altLang="ko-KR" dirty="0"/>
              <a:t>)</a:t>
            </a:r>
            <a:r>
              <a:rPr lang="ko-KR" altLang="en-US" dirty="0"/>
              <a:t>에서만 발급</a:t>
            </a:r>
            <a:r>
              <a:rPr lang="en-US" altLang="ko-KR" dirty="0"/>
              <a:t>/</a:t>
            </a:r>
            <a:r>
              <a:rPr lang="ko-KR" altLang="en-US" dirty="0"/>
              <a:t>수정</a:t>
            </a:r>
            <a:r>
              <a:rPr lang="en-US" altLang="ko-KR" dirty="0"/>
              <a:t>/</a:t>
            </a:r>
            <a:r>
              <a:rPr lang="ko-KR" altLang="en-US" dirty="0"/>
              <a:t>평가</a:t>
            </a:r>
            <a:r>
              <a:rPr lang="en-US" altLang="ko-KR" dirty="0"/>
              <a:t>. </a:t>
            </a:r>
            <a:r>
              <a:rPr lang="ko-KR" altLang="en-US" dirty="0"/>
              <a:t>발급 시 과목</a:t>
            </a:r>
            <a:r>
              <a:rPr lang="en-US" altLang="ko-KR" dirty="0"/>
              <a:t>/</a:t>
            </a:r>
            <a:r>
              <a:rPr lang="ko-KR" altLang="en-US" dirty="0"/>
              <a:t>교재</a:t>
            </a:r>
            <a:r>
              <a:rPr lang="en-US" altLang="ko-KR" dirty="0"/>
              <a:t>·</a:t>
            </a:r>
            <a:r>
              <a:rPr lang="ko-KR" altLang="en-US" dirty="0"/>
              <a:t>단원</a:t>
            </a:r>
            <a:r>
              <a:rPr lang="en-US" altLang="ko-KR" dirty="0"/>
              <a:t>, </a:t>
            </a:r>
            <a:r>
              <a:rPr lang="ko-KR" altLang="en-US" dirty="0"/>
              <a:t>발급일</a:t>
            </a:r>
            <a:r>
              <a:rPr lang="en-US" altLang="ko-KR" dirty="0"/>
              <a:t>(</a:t>
            </a:r>
            <a:r>
              <a:rPr lang="en-US" altLang="ko-KR" dirty="0" err="1"/>
              <a:t>assignedAt</a:t>
            </a:r>
            <a:r>
              <a:rPr lang="en-US" altLang="ko-KR" dirty="0"/>
              <a:t>), </a:t>
            </a:r>
            <a:r>
              <a:rPr lang="ko-KR" altLang="en-US" dirty="0"/>
              <a:t>담당 선생</a:t>
            </a:r>
            <a:r>
              <a:rPr lang="en-US" altLang="ko-KR" dirty="0"/>
              <a:t>(</a:t>
            </a:r>
            <a:r>
              <a:rPr lang="en-US" altLang="ko-KR" dirty="0" err="1"/>
              <a:t>teacherUsername</a:t>
            </a:r>
            <a:r>
              <a:rPr lang="en-US" altLang="ko-KR" dirty="0"/>
              <a:t>), </a:t>
            </a:r>
            <a:r>
              <a:rPr lang="ko-KR" altLang="en-US" dirty="0"/>
              <a:t>마감일</a:t>
            </a:r>
            <a:r>
              <a:rPr lang="en-US" altLang="ko-KR" dirty="0"/>
              <a:t>(</a:t>
            </a:r>
            <a:r>
              <a:rPr lang="en-US" altLang="ko-KR" dirty="0" err="1"/>
              <a:t>dueDate</a:t>
            </a:r>
            <a:r>
              <a:rPr lang="en-US" altLang="ko-KR" dirty="0"/>
              <a:t>) </a:t>
            </a:r>
            <a:r>
              <a:rPr lang="ko-KR" altLang="en-US" dirty="0"/>
              <a:t>저장</a:t>
            </a:r>
            <a:br>
              <a:rPr lang="en-US" altLang="ko-KR" dirty="0"/>
            </a:b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학생 숙제 확인 평가</a:t>
            </a:r>
            <a:r>
              <a:rPr lang="en-US" altLang="ko-KR" dirty="0"/>
              <a:t>(0~100</a:t>
            </a:r>
            <a:r>
              <a:rPr lang="ko-KR" altLang="en-US" dirty="0"/>
              <a:t>점 스크롤 가능</a:t>
            </a:r>
            <a:r>
              <a:rPr lang="en-US" altLang="ko-KR" dirty="0"/>
              <a:t>) </a:t>
            </a:r>
            <a:r>
              <a:rPr lang="ko-KR" altLang="en-US" dirty="0"/>
              <a:t>기능</a:t>
            </a:r>
            <a:br>
              <a:rPr lang="ko-KR" altLang="en-US" dirty="0"/>
            </a:br>
            <a:r>
              <a:rPr lang="ko-KR" altLang="en-US" dirty="0"/>
              <a:t>→ 학생 숙제 확인 </a:t>
            </a:r>
            <a:r>
              <a:rPr lang="en-US" altLang="ko-KR" dirty="0"/>
              <a:t>— </a:t>
            </a:r>
            <a:r>
              <a:rPr lang="ko-KR" altLang="en-US" dirty="0"/>
              <a:t>현재</a:t>
            </a:r>
            <a:r>
              <a:rPr lang="en-US" altLang="ko-KR" dirty="0"/>
              <a:t>/</a:t>
            </a:r>
            <a:r>
              <a:rPr lang="ko-KR" altLang="en-US" dirty="0"/>
              <a:t>완료 숙제 조회 및 숙제별 평가</a:t>
            </a:r>
            <a:r>
              <a:rPr lang="en-US" altLang="ko-KR" dirty="0"/>
              <a:t>(0~100)</a:t>
            </a:r>
            <a:br>
              <a:rPr lang="en-US" altLang="ko-KR" dirty="0"/>
            </a:b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BD</a:t>
            </a:r>
            <a:r>
              <a:rPr lang="ko-KR" altLang="en-US" dirty="0"/>
              <a:t>에 책 추가 기능 </a:t>
            </a:r>
            <a:r>
              <a:rPr lang="en-US" altLang="ko-KR" dirty="0"/>
              <a:t>(</a:t>
            </a:r>
            <a:r>
              <a:rPr lang="ko-KR" altLang="en-US" dirty="0"/>
              <a:t>추가된 책은 학원 공용</a:t>
            </a:r>
            <a:r>
              <a:rPr lang="en-US" altLang="ko-KR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제목</a:t>
            </a:r>
            <a:r>
              <a:rPr lang="en-US" altLang="ko-KR" dirty="0"/>
              <a:t>, </a:t>
            </a:r>
            <a:r>
              <a:rPr lang="ko-KR" altLang="en-US" dirty="0"/>
              <a:t>이미지</a:t>
            </a:r>
            <a:r>
              <a:rPr lang="en-US" altLang="ko-KR" dirty="0"/>
              <a:t>,</a:t>
            </a:r>
            <a:r>
              <a:rPr lang="ko-KR" altLang="en-US" dirty="0"/>
              <a:t> 목차</a:t>
            </a:r>
            <a:r>
              <a:rPr lang="en-US" altLang="ko-KR" dirty="0"/>
              <a:t>, </a:t>
            </a:r>
            <a:r>
              <a:rPr lang="ko-KR" altLang="en-US" dirty="0"/>
              <a:t>과목</a:t>
            </a:r>
            <a:r>
              <a:rPr lang="en-US" altLang="ko-KR" dirty="0"/>
              <a:t>,</a:t>
            </a:r>
            <a:r>
              <a:rPr lang="ko-KR" altLang="en-US" dirty="0"/>
              <a:t> 학년</a:t>
            </a:r>
            <a:r>
              <a:rPr lang="en-US" altLang="ko-KR" dirty="0"/>
              <a:t>(</a:t>
            </a:r>
            <a:r>
              <a:rPr lang="ko-KR" altLang="en-US" dirty="0"/>
              <a:t>선택</a:t>
            </a:r>
            <a:r>
              <a:rPr lang="en-US" altLang="ko-KR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책 출판연도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98161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9223A8-0E83-755D-8A08-919870A721E7}"/>
              </a:ext>
            </a:extLst>
          </p:cNvPr>
          <p:cNvSpPr txBox="1"/>
          <p:nvPr/>
        </p:nvSpPr>
        <p:spPr>
          <a:xfrm>
            <a:off x="0" y="36185"/>
            <a:ext cx="3172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선생 기획 </a:t>
            </a:r>
            <a:r>
              <a:rPr lang="en-US" altLang="ko-KR" dirty="0"/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11E911-4F08-77AE-99EA-0B8AB7112770}"/>
              </a:ext>
            </a:extLst>
          </p:cNvPr>
          <p:cNvSpPr txBox="1"/>
          <p:nvPr/>
        </p:nvSpPr>
        <p:spPr>
          <a:xfrm>
            <a:off x="206733" y="640485"/>
            <a:ext cx="8312637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앱 구성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홈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앱 </a:t>
            </a:r>
            <a:r>
              <a:rPr lang="ko-KR" altLang="en-US" sz="1400" dirty="0" err="1"/>
              <a:t>시작시</a:t>
            </a:r>
            <a:r>
              <a:rPr lang="ko-KR" altLang="en-US" sz="1400" dirty="0"/>
              <a:t> 표시되며 간단한 정보 확인용 탭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오늘 할당된 수업</a:t>
            </a:r>
            <a:r>
              <a:rPr lang="en-US" altLang="ko-KR" sz="1400" dirty="0"/>
              <a:t>(</a:t>
            </a:r>
            <a:r>
              <a:rPr lang="ko-KR" altLang="en-US" sz="1400" dirty="0"/>
              <a:t>학생 포함</a:t>
            </a:r>
            <a:r>
              <a:rPr lang="en-US" altLang="ko-KR" sz="1400" dirty="0"/>
              <a:t>, </a:t>
            </a:r>
            <a:r>
              <a:rPr lang="ko-KR" altLang="en-US" sz="1400" dirty="0"/>
              <a:t>학생이 많을 경우 확장 메뉴로 표시</a:t>
            </a:r>
            <a:r>
              <a:rPr lang="en-US" altLang="ko-KR" sz="1400" dirty="0"/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각 수업은 진행 중</a:t>
            </a:r>
            <a:r>
              <a:rPr lang="en-US" altLang="ko-KR" sz="1400" dirty="0"/>
              <a:t>, </a:t>
            </a:r>
            <a:r>
              <a:rPr lang="ko-KR" altLang="en-US" sz="1400" dirty="0"/>
              <a:t>진행 예정</a:t>
            </a:r>
            <a:r>
              <a:rPr lang="en-US" altLang="ko-KR" sz="1400" dirty="0"/>
              <a:t>, </a:t>
            </a:r>
            <a:br>
              <a:rPr lang="en-US" altLang="ko-KR" sz="1400" dirty="0"/>
            </a:br>
            <a:r>
              <a:rPr lang="ko-KR" altLang="en-US" sz="1400" dirty="0"/>
              <a:t>시간이 지났으나 진행 안되어 경고 되는 등 색으로 구분 되어 표시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마감이 임박</a:t>
            </a:r>
            <a:r>
              <a:rPr lang="en-US" altLang="ko-KR" sz="1400" dirty="0"/>
              <a:t>(</a:t>
            </a:r>
            <a:r>
              <a:rPr lang="ko-KR" altLang="en-US" sz="1400" dirty="0"/>
              <a:t>하루</a:t>
            </a:r>
            <a:r>
              <a:rPr lang="en-US" altLang="ko-KR" sz="1400" dirty="0"/>
              <a:t>)</a:t>
            </a:r>
            <a:r>
              <a:rPr lang="ko-KR" altLang="en-US" sz="1400" dirty="0"/>
              <a:t>한 숙제</a:t>
            </a:r>
            <a:br>
              <a:rPr lang="en-US" altLang="ko-KR" sz="1400" dirty="0"/>
            </a:br>
            <a:r>
              <a:rPr lang="en-US" altLang="ko-KR" sz="1400" dirty="0"/>
              <a:t>(</a:t>
            </a:r>
            <a:r>
              <a:rPr lang="ko-KR" altLang="en-US" sz="1400" dirty="0" err="1"/>
              <a:t>확장시</a:t>
            </a:r>
            <a:r>
              <a:rPr lang="ko-KR" altLang="en-US" sz="1400" dirty="0"/>
              <a:t> 학생 이름</a:t>
            </a:r>
            <a:r>
              <a:rPr lang="en-US" altLang="ko-KR" sz="1400" dirty="0"/>
              <a:t>, </a:t>
            </a:r>
            <a:r>
              <a:rPr lang="ko-KR" altLang="en-US" sz="1400" dirty="0"/>
              <a:t>학생 이름 </a:t>
            </a:r>
            <a:r>
              <a:rPr lang="ko-KR" altLang="en-US" sz="1400" dirty="0" err="1"/>
              <a:t>확장시</a:t>
            </a:r>
            <a:r>
              <a:rPr lang="ko-KR" altLang="en-US" sz="1400" dirty="0"/>
              <a:t> 숙제 내용 세부 표시</a:t>
            </a:r>
            <a:r>
              <a:rPr lang="en-US" altLang="ko-KR" sz="14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스크롤시 하단 달력에서 자신에게 할당된 수업 확인 가능</a:t>
            </a:r>
            <a:br>
              <a:rPr lang="en-US" altLang="ko-KR" sz="1400" dirty="0"/>
            </a:br>
            <a:r>
              <a:rPr lang="ko-KR" altLang="en-US" sz="1400" dirty="0"/>
              <a:t>날짜 클릭 시 수업</a:t>
            </a:r>
            <a:r>
              <a:rPr lang="en-US" altLang="ko-KR" sz="1400" dirty="0"/>
              <a:t>, </a:t>
            </a:r>
            <a:r>
              <a:rPr lang="ko-KR" altLang="en-US" sz="1400" dirty="0"/>
              <a:t>학생 확인 가능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수업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수업 진행</a:t>
            </a:r>
            <a:r>
              <a:rPr lang="en-US" altLang="ko-KR" sz="1400" dirty="0"/>
              <a:t>/</a:t>
            </a:r>
            <a:r>
              <a:rPr lang="ko-KR" altLang="en-US" sz="1400" dirty="0"/>
              <a:t>조회 탭</a:t>
            </a:r>
            <a:r>
              <a:rPr lang="en-US" altLang="ko-KR" sz="1400" dirty="0"/>
              <a:t>(</a:t>
            </a:r>
            <a:r>
              <a:rPr lang="ko-KR" altLang="en-US" sz="1400" dirty="0"/>
              <a:t>평가</a:t>
            </a:r>
            <a:r>
              <a:rPr lang="en-US" altLang="ko-KR" sz="1400" dirty="0"/>
              <a:t>·</a:t>
            </a:r>
            <a:r>
              <a:rPr lang="ko-KR" altLang="en-US" sz="1400" dirty="0"/>
              <a:t>출석</a:t>
            </a:r>
            <a:r>
              <a:rPr lang="en-US" altLang="ko-KR" sz="1400" dirty="0"/>
              <a:t>·</a:t>
            </a:r>
            <a:r>
              <a:rPr lang="ko-KR" altLang="en-US" sz="1400" dirty="0"/>
              <a:t>메모 등 진행 작업 전용</a:t>
            </a:r>
            <a:r>
              <a:rPr lang="en-US" altLang="ko-KR" sz="14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수업 탭에서는 수업 일정을 새로 만들거나 수정하지 않는다</a:t>
            </a:r>
            <a:r>
              <a:rPr lang="en-US" altLang="ko-KR" sz="14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수업 탭에서 학생을 선택하면 학생 탭의 해당 학생 상세 화면으로 이동한다</a:t>
            </a:r>
            <a:r>
              <a:rPr lang="en-US" altLang="ko-KR" sz="14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수업 추가</a:t>
            </a:r>
            <a:r>
              <a:rPr lang="en-US" altLang="ko-KR" sz="1400" dirty="0"/>
              <a:t>/</a:t>
            </a:r>
            <a:r>
              <a:rPr lang="ko-KR" altLang="en-US" sz="1400" dirty="0"/>
              <a:t>반복 설정은 학생 탭에서 해당 학생을 선택한 후에만 할 수 있다</a:t>
            </a:r>
            <a:r>
              <a:rPr lang="en-US" altLang="ko-KR" sz="14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수업 탭의 달력은 이미 생성된 수업을 시간 기준으로 모아 보는 조회 화면이다</a:t>
            </a:r>
            <a:r>
              <a:rPr lang="en-US" altLang="ko-KR" sz="14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수업 추가</a:t>
            </a:r>
            <a:r>
              <a:rPr lang="en-US" altLang="ko-KR" sz="1400" dirty="0"/>
              <a:t>/</a:t>
            </a:r>
            <a:r>
              <a:rPr lang="ko-KR" altLang="en-US" sz="1400" dirty="0"/>
              <a:t>수정</a:t>
            </a:r>
            <a:r>
              <a:rPr lang="en-US" altLang="ko-KR" sz="1400" dirty="0"/>
              <a:t>/</a:t>
            </a:r>
            <a:r>
              <a:rPr lang="ko-KR" altLang="en-US" sz="1400" dirty="0"/>
              <a:t>반복은 학생 탭에서 학생을 선택한 뒤에만 가능하다</a:t>
            </a:r>
            <a:r>
              <a:rPr lang="en-US" altLang="ko-KR" sz="1400" dirty="0"/>
              <a:t>. </a:t>
            </a:r>
            <a:r>
              <a:rPr lang="ko-KR" altLang="en-US" sz="1400" dirty="0"/>
              <a:t>수업 탭은 이미 생성된 수업을 시간표 형태로 보여주고</a:t>
            </a:r>
            <a:r>
              <a:rPr lang="en-US" altLang="ko-KR" sz="1400" dirty="0"/>
              <a:t>, </a:t>
            </a:r>
            <a:r>
              <a:rPr lang="ko-KR" altLang="en-US" sz="1400" dirty="0"/>
              <a:t>평가</a:t>
            </a:r>
            <a:r>
              <a:rPr lang="en-US" altLang="ko-KR" sz="1400" dirty="0"/>
              <a:t>/</a:t>
            </a:r>
            <a:r>
              <a:rPr lang="ko-KR" altLang="en-US" sz="1400" dirty="0"/>
              <a:t>숙제 발급을 처리하는 화면이다</a:t>
            </a:r>
            <a:r>
              <a:rPr lang="en-US" altLang="ko-KR" sz="1400" dirty="0"/>
              <a:t>. </a:t>
            </a:r>
            <a:r>
              <a:rPr lang="ko-KR" altLang="en-US" sz="1400" dirty="0"/>
              <a:t>오늘 한 수업</a:t>
            </a:r>
            <a:r>
              <a:rPr lang="en-US" altLang="ko-KR" sz="1400" dirty="0"/>
              <a:t>, </a:t>
            </a:r>
            <a:r>
              <a:rPr lang="ko-KR" altLang="en-US" sz="1400" dirty="0"/>
              <a:t>할 수업</a:t>
            </a:r>
            <a:r>
              <a:rPr lang="en-US" altLang="ko-KR" sz="1400" dirty="0"/>
              <a:t>, </a:t>
            </a:r>
            <a:r>
              <a:rPr lang="ko-KR" altLang="en-US" sz="1400" dirty="0"/>
              <a:t>하고 있는 수업 표시</a:t>
            </a:r>
            <a:r>
              <a:rPr lang="en-US" altLang="ko-KR" sz="1400" dirty="0"/>
              <a:t> (</a:t>
            </a:r>
            <a:r>
              <a:rPr lang="ko-KR" altLang="en-US" sz="1400" dirty="0"/>
              <a:t>예정 시간 작게 표시</a:t>
            </a:r>
            <a:r>
              <a:rPr lang="en-US" altLang="ko-KR" sz="1400" dirty="0"/>
              <a:t>)</a:t>
            </a:r>
            <a:br>
              <a:rPr lang="en-US" altLang="ko-KR" sz="1400" dirty="0"/>
            </a:br>
            <a:r>
              <a:rPr lang="en-US" altLang="ko-KR" sz="1400" dirty="0"/>
              <a:t>(</a:t>
            </a:r>
            <a:r>
              <a:rPr lang="ko-KR" altLang="en-US" sz="1400" dirty="0"/>
              <a:t>수업은 하고 있는 수업 </a:t>
            </a:r>
            <a:r>
              <a:rPr lang="ko-KR" altLang="en-US" sz="1400" dirty="0" err="1"/>
              <a:t>최상단</a:t>
            </a:r>
            <a:r>
              <a:rPr lang="en-US" altLang="ko-KR" sz="1400" dirty="0"/>
              <a:t>,</a:t>
            </a:r>
            <a:br>
              <a:rPr lang="en-US" altLang="ko-KR" sz="1400" dirty="0"/>
            </a:br>
            <a:r>
              <a:rPr lang="ko-KR" altLang="en-US" sz="1400" dirty="0"/>
              <a:t>시간이 가까워진 수업 </a:t>
            </a:r>
            <a:endParaRPr lang="en-US" altLang="ko-KR" sz="14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위 항목 중 수업 선택 시 클릭하면 확장됨</a:t>
            </a:r>
            <a:endParaRPr lang="en-US" altLang="ko-KR" sz="1400" dirty="0"/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학생 선택 안 </a:t>
            </a:r>
            <a:r>
              <a:rPr lang="ko-KR" altLang="en-US" sz="1400" dirty="0" err="1"/>
              <a:t>할시</a:t>
            </a:r>
            <a:r>
              <a:rPr lang="ko-KR" altLang="en-US" sz="1400" dirty="0"/>
              <a:t> 수업인원 공통 가능</a:t>
            </a:r>
            <a:endParaRPr lang="en-US" altLang="ko-KR" sz="1400" dirty="0"/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수업 받는 중인 학생들 표시</a:t>
            </a:r>
            <a:endParaRPr lang="en-US" altLang="ko-KR" sz="1400" dirty="0"/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학생들 선택 시 개별 평가</a:t>
            </a:r>
            <a:endParaRPr lang="en-US" altLang="ko-KR" sz="1400" dirty="0"/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학생 개별 숙제 가능</a:t>
            </a:r>
            <a:endParaRPr lang="en-US" altLang="ko-KR" sz="1400" dirty="0"/>
          </a:p>
        </p:txBody>
      </p:sp>
      <p:pic>
        <p:nvPicPr>
          <p:cNvPr id="2" name="그림 1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2E0A8E-88C4-FF02-ED73-63F5CB08F4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623" b="7421"/>
          <a:stretch>
            <a:fillRect/>
          </a:stretch>
        </p:blipFill>
        <p:spPr>
          <a:xfrm>
            <a:off x="8519370" y="640485"/>
            <a:ext cx="3343101" cy="349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772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9223A8-0E83-755D-8A08-919870A721E7}"/>
              </a:ext>
            </a:extLst>
          </p:cNvPr>
          <p:cNvSpPr txBox="1"/>
          <p:nvPr/>
        </p:nvSpPr>
        <p:spPr>
          <a:xfrm>
            <a:off x="0" y="36185"/>
            <a:ext cx="3172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선생 기획 </a:t>
            </a:r>
            <a:r>
              <a:rPr lang="en-US" altLang="ko-KR" dirty="0"/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11E911-4F08-77AE-99EA-0B8AB7112770}"/>
              </a:ext>
            </a:extLst>
          </p:cNvPr>
          <p:cNvSpPr txBox="1"/>
          <p:nvPr/>
        </p:nvSpPr>
        <p:spPr>
          <a:xfrm>
            <a:off x="206733" y="640485"/>
            <a:ext cx="817394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앱 구성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학생</a:t>
            </a:r>
            <a:endParaRPr lang="en-US" altLang="ko-KR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학생의 현재 책 진도와 수업 평가 등을 확인 할 수 있도록 하는 탭</a:t>
            </a:r>
            <a:endParaRPr lang="en-US" altLang="ko-KR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학생 상세 화면은 한 학생의 누적 수업</a:t>
            </a:r>
            <a:r>
              <a:rPr lang="en-US" altLang="ko-KR" sz="1200" dirty="0"/>
              <a:t>/</a:t>
            </a:r>
            <a:r>
              <a:rPr lang="ko-KR" altLang="en-US" sz="1200" dirty="0"/>
              <a:t>숙제</a:t>
            </a:r>
            <a:r>
              <a:rPr lang="en-US" altLang="ko-KR" sz="1200" dirty="0"/>
              <a:t>/</a:t>
            </a:r>
            <a:r>
              <a:rPr lang="ko-KR" altLang="en-US" sz="1200" dirty="0"/>
              <a:t>평가 히스토리를 보는 공통 화면이다</a:t>
            </a:r>
            <a:r>
              <a:rPr lang="en-US" altLang="ko-KR" sz="12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필터</a:t>
            </a:r>
            <a:r>
              <a:rPr lang="en-US" altLang="ko-KR" sz="1200" dirty="0"/>
              <a:t>(</a:t>
            </a:r>
            <a:r>
              <a:rPr lang="ko-KR" altLang="en-US" sz="1200" dirty="0"/>
              <a:t>오늘 수업 있음</a:t>
            </a:r>
            <a:r>
              <a:rPr lang="en-US" altLang="ko-KR" sz="1200" dirty="0"/>
              <a:t>, </a:t>
            </a:r>
            <a:r>
              <a:rPr lang="ko-KR" altLang="en-US" sz="1200" dirty="0"/>
              <a:t>숙제 있음</a:t>
            </a:r>
            <a:r>
              <a:rPr lang="en-US" altLang="ko-KR" sz="1200" dirty="0"/>
              <a:t>, </a:t>
            </a:r>
            <a:r>
              <a:rPr lang="ko-KR" altLang="en-US" sz="1200" dirty="0"/>
              <a:t>이름</a:t>
            </a:r>
            <a:r>
              <a:rPr lang="en-US" altLang="ko-KR" sz="1200" dirty="0"/>
              <a:t>/</a:t>
            </a:r>
            <a:r>
              <a:rPr lang="ko-KR" altLang="en-US" sz="1200" dirty="0"/>
              <a:t>초성 등</a:t>
            </a:r>
            <a:r>
              <a:rPr lang="en-US" altLang="ko-KR" sz="1200" dirty="0"/>
              <a:t>) </a:t>
            </a:r>
            <a:r>
              <a:rPr lang="ko-KR" altLang="en-US" sz="1200" dirty="0"/>
              <a:t>제공</a:t>
            </a:r>
            <a:r>
              <a:rPr lang="en-US" altLang="ko-KR" sz="1200" dirty="0"/>
              <a:t>. </a:t>
            </a:r>
            <a:br>
              <a:rPr lang="en-US" altLang="ko-KR" sz="1200" dirty="0"/>
            </a:br>
            <a:r>
              <a:rPr lang="ko-KR" altLang="en-US" sz="1200" dirty="0"/>
              <a:t>필터는 학생 탭에서만 유지</a:t>
            </a:r>
            <a:r>
              <a:rPr lang="en-US" altLang="ko-KR" sz="1200" dirty="0"/>
              <a:t>(</a:t>
            </a:r>
            <a:r>
              <a:rPr lang="ko-KR" altLang="en-US" sz="1200" dirty="0"/>
              <a:t>다른 탭 갔다 돌아와도 유지</a:t>
            </a:r>
            <a:r>
              <a:rPr lang="en-US" altLang="ko-KR" sz="1200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학생 선택 후</a:t>
            </a:r>
            <a:endParaRPr lang="en-US" altLang="ko-KR" sz="12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수업 관리</a:t>
            </a:r>
            <a:endParaRPr lang="en-US" altLang="ko-KR" sz="1200" dirty="0"/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학생 상세의 달력</a:t>
            </a:r>
            <a:r>
              <a:rPr lang="en-US" altLang="ko-KR" sz="1200" dirty="0"/>
              <a:t>/</a:t>
            </a:r>
            <a:r>
              <a:rPr lang="ko-KR" altLang="en-US" sz="1200" dirty="0"/>
              <a:t>리스트에서 수업 추가</a:t>
            </a:r>
            <a:r>
              <a:rPr lang="en-US" altLang="ko-KR" sz="1200" dirty="0"/>
              <a:t>·</a:t>
            </a:r>
            <a:r>
              <a:rPr lang="ko-KR" altLang="en-US" sz="1200" dirty="0"/>
              <a:t>변경</a:t>
            </a:r>
            <a:r>
              <a:rPr lang="en-US" altLang="ko-KR" sz="1200" dirty="0"/>
              <a:t>·</a:t>
            </a:r>
            <a:r>
              <a:rPr lang="ko-KR" altLang="en-US" sz="1200" dirty="0"/>
              <a:t>삭제</a:t>
            </a:r>
            <a:r>
              <a:rPr lang="en-US" altLang="ko-KR" sz="1200" dirty="0"/>
              <a:t>·</a:t>
            </a:r>
            <a:r>
              <a:rPr lang="ko-KR" altLang="en-US" sz="1200" dirty="0"/>
              <a:t>반복</a:t>
            </a:r>
            <a:br>
              <a:rPr lang="en-US" altLang="ko-KR" sz="1200" dirty="0"/>
            </a:br>
            <a:r>
              <a:rPr lang="en-US" altLang="ko-KR" sz="1200" dirty="0"/>
              <a:t>(</a:t>
            </a:r>
            <a:r>
              <a:rPr lang="ko-KR" altLang="en-US" sz="1200" dirty="0"/>
              <a:t>반복 편집</a:t>
            </a:r>
            <a:r>
              <a:rPr lang="en-US" altLang="ko-KR" sz="1200" dirty="0"/>
              <a:t>/</a:t>
            </a:r>
            <a:r>
              <a:rPr lang="ko-KR" altLang="en-US" sz="1200" dirty="0"/>
              <a:t>삭제 시 “이 일정만 </a:t>
            </a:r>
            <a:r>
              <a:rPr lang="en-US" altLang="ko-KR" sz="1200" dirty="0"/>
              <a:t>/ </a:t>
            </a:r>
            <a:r>
              <a:rPr lang="ko-KR" altLang="en-US" sz="1200" dirty="0"/>
              <a:t>시리즈 전체”</a:t>
            </a:r>
            <a:r>
              <a:rPr lang="en-US" altLang="ko-KR" sz="1200" dirty="0"/>
              <a:t>).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각 과목 별</a:t>
            </a:r>
            <a:endParaRPr lang="en-US" altLang="ko-KR" sz="1200" dirty="0"/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책</a:t>
            </a:r>
            <a:r>
              <a:rPr lang="en-US" altLang="ko-KR" sz="1200" dirty="0"/>
              <a:t>(</a:t>
            </a:r>
            <a:r>
              <a:rPr lang="ko-KR" altLang="en-US" sz="1200" dirty="0"/>
              <a:t>작게 책 이미지도 표시</a:t>
            </a:r>
            <a:r>
              <a:rPr lang="en-US" altLang="ko-KR" sz="1200" dirty="0"/>
              <a:t>) </a:t>
            </a:r>
            <a:r>
              <a:rPr lang="ko-KR" altLang="en-US" sz="1200" dirty="0"/>
              <a:t>표시</a:t>
            </a:r>
            <a:endParaRPr lang="en-US" altLang="ko-KR" sz="1200" dirty="0"/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책 별 진도</a:t>
            </a:r>
            <a:endParaRPr lang="en-US" altLang="ko-KR" sz="12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수업 태도 평가</a:t>
            </a:r>
            <a:endParaRPr lang="en-US" altLang="ko-KR" sz="1200" dirty="0"/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날짜별 정리</a:t>
            </a:r>
            <a:endParaRPr lang="en-US" altLang="ko-KR" sz="12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숙제</a:t>
            </a:r>
            <a:endParaRPr lang="en-US" altLang="ko-KR" sz="1200" dirty="0"/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숙제 발급</a:t>
            </a:r>
            <a:r>
              <a:rPr lang="en-US" altLang="ko-KR" sz="1200" dirty="0"/>
              <a:t>, </a:t>
            </a:r>
            <a:r>
              <a:rPr lang="ko-KR" altLang="en-US" sz="1200" dirty="0"/>
              <a:t>체크</a:t>
            </a:r>
            <a:endParaRPr lang="en-US" altLang="ko-KR" sz="1200" dirty="0"/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현재 발급된 숙제 </a:t>
            </a:r>
            <a:endParaRPr lang="en-US" altLang="ko-KR" sz="1200" dirty="0"/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완료한 숙제</a:t>
            </a:r>
            <a:endParaRPr lang="en-US" altLang="ko-KR" sz="1200" dirty="0"/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숙제별 평가</a:t>
            </a:r>
            <a:endParaRPr lang="en-US" altLang="ko-KR" sz="1200" dirty="0"/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기간내에 완료 되었는지</a:t>
            </a:r>
            <a:endParaRPr lang="en-US" altLang="ko-KR" sz="1200" dirty="0"/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완료 후에 정답율은 어떤 지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2735397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9223A8-0E83-755D-8A08-919870A721E7}"/>
              </a:ext>
            </a:extLst>
          </p:cNvPr>
          <p:cNvSpPr txBox="1"/>
          <p:nvPr/>
        </p:nvSpPr>
        <p:spPr>
          <a:xfrm>
            <a:off x="0" y="36185"/>
            <a:ext cx="3172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선생 기획 </a:t>
            </a:r>
            <a:r>
              <a:rPr lang="en-US" altLang="ko-KR" dirty="0"/>
              <a:t>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11E911-4F08-77AE-99EA-0B8AB7112770}"/>
              </a:ext>
            </a:extLst>
          </p:cNvPr>
          <p:cNvSpPr txBox="1"/>
          <p:nvPr/>
        </p:nvSpPr>
        <p:spPr>
          <a:xfrm>
            <a:off x="206733" y="640485"/>
            <a:ext cx="81739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앱 구성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기타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책 추가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로그아웃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56981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29072</TotalTime>
  <Words>674</Words>
  <Application>Microsoft Office PowerPoint</Application>
  <PresentationFormat>와이드스크린</PresentationFormat>
  <Paragraphs>79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우준 최</dc:creator>
  <cp:lastModifiedBy>최 우준</cp:lastModifiedBy>
  <cp:revision>30</cp:revision>
  <dcterms:created xsi:type="dcterms:W3CDTF">2025-11-15T18:35:16Z</dcterms:created>
  <dcterms:modified xsi:type="dcterms:W3CDTF">2025-12-11T18:05:31Z</dcterms:modified>
</cp:coreProperties>
</file>